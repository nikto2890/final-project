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AB36B-7B71-4AE2-BC78-2A5B12EBF99B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62416-6058-422F-B55F-4CE6EF07FB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11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62416-6058-422F-B55F-4CE6EF07FB1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397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88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23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22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07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1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36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74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76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08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4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50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108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142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457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032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66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1C7BA7-334D-4B42-9F7B-C5183C7BD74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616E6-5303-4D8F-931B-65C36599E9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402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0C9E7-B473-4E31-8B40-9C8FAFC22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Sky of doom</a:t>
            </a:r>
            <a:r>
              <a:rPr lang="ru-RU" sz="4800" dirty="0"/>
              <a:t>: Обзор</a:t>
            </a:r>
            <a:br>
              <a:rPr lang="ru-RU" sz="4000" dirty="0"/>
            </a:br>
            <a:br>
              <a:rPr lang="ru-RU" sz="4000" dirty="0"/>
            </a:b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8BB773-E1AD-497A-B570-97B7D90C4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Представление игры «</a:t>
            </a:r>
            <a:r>
              <a:rPr lang="en-US" dirty="0"/>
              <a:t>sky of doom</a:t>
            </a:r>
            <a:r>
              <a:rPr lang="ru-RU" dirty="0"/>
              <a:t>»  от Семенкова М.А.</a:t>
            </a:r>
          </a:p>
          <a:p>
            <a:r>
              <a:rPr lang="ru-RU" dirty="0"/>
              <a:t>Летай на самолёте и расстреливай рой вражеской летательной техники.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E80401-8F77-449D-98C8-7B9D563DB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594" y="586381"/>
            <a:ext cx="3515557" cy="39295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7AB0E1-549A-4DC6-9D6A-97A994259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457" y="1127094"/>
            <a:ext cx="1545084" cy="15450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4F2DAE-A9E6-4DF1-B63A-06A03C0DF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323" y="3015961"/>
            <a:ext cx="1870229" cy="163070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807782D-ABCF-406B-8082-30B1445D7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3917">
            <a:off x="9640541" y="1040168"/>
            <a:ext cx="1545084" cy="154508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E3E1CCC-773D-461F-B320-440ECDC57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878" y="2697119"/>
            <a:ext cx="97326" cy="35686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513982B-7125-477F-830E-07E229CE88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020" y="2094917"/>
            <a:ext cx="97326" cy="35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84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366E86-E4CB-480D-920A-754DD13E2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198442"/>
            <a:ext cx="9404723" cy="1400530"/>
          </a:xfrm>
        </p:spPr>
        <p:txBody>
          <a:bodyPr/>
          <a:lstStyle/>
          <a:p>
            <a:r>
              <a:rPr lang="ru-RU" dirty="0"/>
              <a:t>Начальный экран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0F9370-F819-4F44-9125-1A50BB14B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Игра начинается с эпичного меню с целыми тремя кнопками:</a:t>
            </a:r>
          </a:p>
          <a:p>
            <a:pPr lvl="1"/>
            <a:r>
              <a:rPr lang="ru-RU" dirty="0"/>
              <a:t>Играть</a:t>
            </a:r>
          </a:p>
          <a:p>
            <a:pPr lvl="1"/>
            <a:r>
              <a:rPr lang="ru-RU" dirty="0"/>
              <a:t>Настройки</a:t>
            </a:r>
          </a:p>
          <a:p>
            <a:pPr lvl="2"/>
            <a:r>
              <a:rPr lang="ru-RU" dirty="0"/>
              <a:t>Сбросить рекорды</a:t>
            </a:r>
          </a:p>
          <a:p>
            <a:pPr lvl="2"/>
            <a:r>
              <a:rPr lang="ru-RU" dirty="0"/>
              <a:t>Настройки звука</a:t>
            </a:r>
          </a:p>
          <a:p>
            <a:pPr lvl="1"/>
            <a:r>
              <a:rPr lang="ru-RU" dirty="0"/>
              <a:t>Выйти (эту кнопку чаще всего нажимают)</a:t>
            </a:r>
          </a:p>
        </p:txBody>
      </p:sp>
    </p:spTree>
    <p:extLst>
      <p:ext uri="{BB962C8B-B14F-4D97-AF65-F5344CB8AC3E}">
        <p14:creationId xmlns:p14="http://schemas.microsoft.com/office/powerpoint/2010/main" val="25254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6C671-6B4A-46DE-9E04-DED76ECF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171809"/>
            <a:ext cx="9404723" cy="1400530"/>
          </a:xfrm>
        </p:spPr>
        <p:txBody>
          <a:bodyPr/>
          <a:lstStyle/>
          <a:p>
            <a:r>
              <a:rPr lang="ru-RU" dirty="0"/>
              <a:t>Игровой процесс и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1C874-34B5-486B-BFEF-05E26E00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1. Управление самолётом при помощи мыши или пальца.</a:t>
            </a:r>
          </a:p>
          <a:p>
            <a:pPr marL="0" indent="0">
              <a:buNone/>
            </a:pPr>
            <a:r>
              <a:rPr lang="ru-RU" dirty="0"/>
              <a:t>2. Автоматическая стрельба.</a:t>
            </a:r>
          </a:p>
          <a:p>
            <a:pPr marL="0" indent="0">
              <a:buNone/>
            </a:pPr>
            <a:r>
              <a:rPr lang="ru-RU" dirty="0"/>
              <a:t>3. Постепенное начисление очков.</a:t>
            </a:r>
          </a:p>
          <a:p>
            <a:pPr marL="0" indent="0">
              <a:buNone/>
            </a:pPr>
            <a:r>
              <a:rPr lang="ru-RU" dirty="0"/>
              <a:t>4. Бонусные очки за убийство врагов.</a:t>
            </a:r>
          </a:p>
          <a:p>
            <a:pPr marL="0" indent="0">
              <a:buNone/>
            </a:pPr>
            <a:r>
              <a:rPr lang="ru-RU" dirty="0"/>
              <a:t>5. Пять жизней.</a:t>
            </a:r>
          </a:p>
          <a:p>
            <a:pPr marL="0" indent="0">
              <a:buNone/>
            </a:pPr>
            <a:r>
              <a:rPr lang="ru-RU" dirty="0"/>
              <a:t>6. Бесконечные орды врагов.</a:t>
            </a:r>
          </a:p>
        </p:txBody>
      </p:sp>
    </p:spTree>
    <p:extLst>
      <p:ext uri="{BB962C8B-B14F-4D97-AF65-F5344CB8AC3E}">
        <p14:creationId xmlns:p14="http://schemas.microsoft.com/office/powerpoint/2010/main" val="2426496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07802-AE55-457A-80C9-4AF3C758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180687"/>
            <a:ext cx="9404723" cy="1400530"/>
          </a:xfrm>
        </p:spPr>
        <p:txBody>
          <a:bodyPr/>
          <a:lstStyle/>
          <a:p>
            <a:r>
              <a:rPr lang="ru-RU" dirty="0"/>
              <a:t>Управление игрой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460C14-75F4-4DC5-8BEC-25476DA40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Игру можно поставить на паузу</a:t>
            </a:r>
          </a:p>
          <a:p>
            <a:r>
              <a:rPr lang="ru-RU" dirty="0"/>
              <a:t>В игре можно сохранять и сбрасывать рекорды </a:t>
            </a:r>
          </a:p>
        </p:txBody>
      </p:sp>
    </p:spTree>
    <p:extLst>
      <p:ext uri="{BB962C8B-B14F-4D97-AF65-F5344CB8AC3E}">
        <p14:creationId xmlns:p14="http://schemas.microsoft.com/office/powerpoint/2010/main" val="2979068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10F3C-3C70-4EC5-9C92-AFA9E6B2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233953"/>
            <a:ext cx="9404723" cy="1400530"/>
          </a:xfrm>
        </p:spPr>
        <p:txBody>
          <a:bodyPr/>
          <a:lstStyle/>
          <a:p>
            <a:r>
              <a:rPr lang="ru-RU" dirty="0"/>
              <a:t>Ключевые особенности игры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A0A7B6CD-467F-47FE-A41E-4247BAF9E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Эпичные баталии в воздухе</a:t>
            </a:r>
          </a:p>
          <a:p>
            <a:pPr marL="0" indent="0">
              <a:buNone/>
            </a:pPr>
            <a:r>
              <a:rPr lang="ru-RU" dirty="0"/>
              <a:t>Система жизней</a:t>
            </a:r>
          </a:p>
          <a:p>
            <a:pPr marL="0" indent="0">
              <a:buNone/>
            </a:pPr>
            <a:r>
              <a:rPr lang="ru-RU" dirty="0"/>
              <a:t>Таблица рекорды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BAF7441-3614-4730-BE4A-A99E9E9B9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9" y="1751009"/>
            <a:ext cx="975131" cy="88347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45512F7-8805-4808-9232-072B89C34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90" y="2547926"/>
            <a:ext cx="476316" cy="4191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9487E6E-2C93-4829-AA27-8FC5D48C42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38" y="2902892"/>
            <a:ext cx="727389" cy="72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88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A00FF-BACA-4DCB-B887-D8E28402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0DF9D9-6425-4974-BA74-7CB10BAAE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3082727"/>
            <a:ext cx="8946541" cy="13117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У игры довольно простой геймплей который может помочь расслабиться.</a:t>
            </a:r>
          </a:p>
        </p:txBody>
      </p:sp>
    </p:spTree>
    <p:extLst>
      <p:ext uri="{BB962C8B-B14F-4D97-AF65-F5344CB8AC3E}">
        <p14:creationId xmlns:p14="http://schemas.microsoft.com/office/powerpoint/2010/main" val="170651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72</TotalTime>
  <Words>135</Words>
  <Application>Microsoft Office PowerPoint</Application>
  <PresentationFormat>Широкоэкранный</PresentationFormat>
  <Paragraphs>27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Ион</vt:lpstr>
      <vt:lpstr>Sky of doom: Обзор  </vt:lpstr>
      <vt:lpstr>Начальный экран</vt:lpstr>
      <vt:lpstr>Игровой процесс и механики</vt:lpstr>
      <vt:lpstr>Управление игрой</vt:lpstr>
      <vt:lpstr>Ключевые особенности игры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game</dc:creator>
  <cp:lastModifiedBy>game</cp:lastModifiedBy>
  <cp:revision>10</cp:revision>
  <dcterms:created xsi:type="dcterms:W3CDTF">2025-12-22T11:48:52Z</dcterms:created>
  <dcterms:modified xsi:type="dcterms:W3CDTF">2025-12-24T11:49:40Z</dcterms:modified>
</cp:coreProperties>
</file>