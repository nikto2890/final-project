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1C7BA7-334D-4B42-9F7B-C5183C7BD74A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16E6-5303-4D8F-931B-65C36599E9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68853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1C7BA7-334D-4B42-9F7B-C5183C7BD74A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16E6-5303-4D8F-931B-65C36599E9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22339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1C7BA7-334D-4B42-9F7B-C5183C7BD74A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16E6-5303-4D8F-931B-65C36599E9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02218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1C7BA7-334D-4B42-9F7B-C5183C7BD74A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16E6-5303-4D8F-931B-65C36599E9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90798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1C7BA7-334D-4B42-9F7B-C5183C7BD74A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16E6-5303-4D8F-931B-65C36599E9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45175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1C7BA7-334D-4B42-9F7B-C5183C7BD74A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16E6-5303-4D8F-931B-65C36599E9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173673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1C7BA7-334D-4B42-9F7B-C5183C7BD74A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16E6-5303-4D8F-931B-65C36599E9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2744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1C7BA7-334D-4B42-9F7B-C5183C7BD74A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16E6-5303-4D8F-931B-65C36599E9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07614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1C7BA7-334D-4B42-9F7B-C5183C7BD74A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16E6-5303-4D8F-931B-65C36599E9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9088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1C7BA7-334D-4B42-9F7B-C5183C7BD74A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16E6-5303-4D8F-931B-65C36599E9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24533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1C7BA7-334D-4B42-9F7B-C5183C7BD74A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16E6-5303-4D8F-931B-65C36599E9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14509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1C7BA7-334D-4B42-9F7B-C5183C7BD74A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16E6-5303-4D8F-931B-65C36599E9B5}" type="slidenum">
              <a:rPr lang="ru-RU" smtClean="0"/>
              <a:t>‹#›</a:t>
            </a:fld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501085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1C7BA7-334D-4B42-9F7B-C5183C7BD74A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16E6-5303-4D8F-931B-65C36599E9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81420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1C7BA7-334D-4B42-9F7B-C5183C7BD74A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16E6-5303-4D8F-931B-65C36599E9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54571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1C7BA7-334D-4B42-9F7B-C5183C7BD74A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16E6-5303-4D8F-931B-65C36599E9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215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1C7BA7-334D-4B42-9F7B-C5183C7BD74A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16E6-5303-4D8F-931B-65C36599E9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003245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1C7BA7-334D-4B42-9F7B-C5183C7BD74A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16E6-5303-4D8F-931B-65C36599E9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16648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F91C7BA7-334D-4B42-9F7B-C5183C7BD74A}" type="datetimeFigureOut">
              <a:rPr lang="ru-RU" smtClean="0"/>
              <a:t>22.12.2025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9616E6-5303-4D8F-931B-65C36599E9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940273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00C9E7-B473-4E31-8B40-9C8FAFC220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Sky of doom</a:t>
            </a:r>
            <a:r>
              <a:rPr lang="ru-RU" sz="4800" dirty="0"/>
              <a:t>: Обзор</a:t>
            </a:r>
            <a:br>
              <a:rPr lang="ru-RU" sz="4000" dirty="0"/>
            </a:br>
            <a:br>
              <a:rPr lang="ru-RU" sz="4000" dirty="0"/>
            </a:br>
            <a:endParaRPr lang="ru-RU" sz="4000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E8BB773-E1AD-497A-B570-97B7D90C4C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Представление игры «</a:t>
            </a:r>
            <a:r>
              <a:rPr lang="en-US" dirty="0"/>
              <a:t>sky of doom</a:t>
            </a:r>
            <a:r>
              <a:rPr lang="ru-RU" dirty="0"/>
              <a:t>»  от Семенкова М.А.</a:t>
            </a:r>
          </a:p>
          <a:p>
            <a:r>
              <a:rPr lang="ru-RU" dirty="0"/>
              <a:t>Летай на самолёте и расстреливай рой вражеской летательной техники.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0E80401-8F77-449D-98C8-7B9D563DB4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4594" y="586381"/>
            <a:ext cx="3515557" cy="3929563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97AB0E1-549A-4DC6-9D6A-97A9942593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5457" y="1127094"/>
            <a:ext cx="1545084" cy="154508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74F2DAE-A9E6-4DF1-B63A-06A03C0DF69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5323" y="3015961"/>
            <a:ext cx="1870229" cy="1630701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1807782D-ABCF-406B-8082-30B1445D7D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613917">
            <a:off x="9640541" y="1040168"/>
            <a:ext cx="1545084" cy="154508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BE3E1CCC-773D-461F-B320-440ECDC57E9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1878" y="2697119"/>
            <a:ext cx="97326" cy="356860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9513982B-7125-477F-830E-07E229CE88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8020" y="2094917"/>
            <a:ext cx="97326" cy="356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53843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366E86-E4CB-480D-920A-754DD13E2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130" y="1198442"/>
            <a:ext cx="9404723" cy="1400530"/>
          </a:xfrm>
        </p:spPr>
        <p:txBody>
          <a:bodyPr/>
          <a:lstStyle/>
          <a:p>
            <a:r>
              <a:rPr lang="ru-RU" dirty="0"/>
              <a:t>Начальный экран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60F9370-F819-4F44-9125-1A50BB14B1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Игра начинается с эпичного меню с целыми тремя кнопками:</a:t>
            </a:r>
          </a:p>
          <a:p>
            <a:pPr lvl="1"/>
            <a:r>
              <a:rPr lang="ru-RU" dirty="0"/>
              <a:t>Играть</a:t>
            </a:r>
          </a:p>
          <a:p>
            <a:pPr lvl="1"/>
            <a:r>
              <a:rPr lang="ru-RU" dirty="0"/>
              <a:t>Настройки</a:t>
            </a:r>
          </a:p>
          <a:p>
            <a:pPr lvl="2"/>
            <a:r>
              <a:rPr lang="ru-RU" dirty="0"/>
              <a:t>Сбросить рекорды</a:t>
            </a:r>
          </a:p>
          <a:p>
            <a:pPr lvl="2"/>
            <a:r>
              <a:rPr lang="ru-RU" dirty="0"/>
              <a:t>Настройки звука</a:t>
            </a:r>
          </a:p>
          <a:p>
            <a:pPr lvl="1"/>
            <a:r>
              <a:rPr lang="ru-RU" dirty="0"/>
              <a:t>Выйти (эту кнопку чаще всего нажимают)</a:t>
            </a:r>
          </a:p>
        </p:txBody>
      </p:sp>
    </p:spTree>
    <p:extLst>
      <p:ext uri="{BB962C8B-B14F-4D97-AF65-F5344CB8AC3E}">
        <p14:creationId xmlns:p14="http://schemas.microsoft.com/office/powerpoint/2010/main" val="2525440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106C671-6B4A-46DE-9E04-DED76ECFC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130" y="1171809"/>
            <a:ext cx="9404723" cy="1400530"/>
          </a:xfrm>
        </p:spPr>
        <p:txBody>
          <a:bodyPr/>
          <a:lstStyle/>
          <a:p>
            <a:r>
              <a:rPr lang="ru-RU" dirty="0"/>
              <a:t>Игровой процесс и механики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151C874-34B5-486B-BFEF-05E26E0071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1. Управление самолётом при помощи мыши или пальца.</a:t>
            </a:r>
          </a:p>
          <a:p>
            <a:pPr marL="0" indent="0">
              <a:buNone/>
            </a:pPr>
            <a:r>
              <a:rPr lang="ru-RU" dirty="0"/>
              <a:t>2. Автоматическая стрельба.</a:t>
            </a:r>
          </a:p>
          <a:p>
            <a:pPr marL="0" indent="0">
              <a:buNone/>
            </a:pPr>
            <a:r>
              <a:rPr lang="ru-RU" dirty="0"/>
              <a:t>3. Постепенное начисление очков.</a:t>
            </a:r>
          </a:p>
          <a:p>
            <a:pPr marL="0" indent="0">
              <a:buNone/>
            </a:pPr>
            <a:r>
              <a:rPr lang="ru-RU" dirty="0"/>
              <a:t>4. Бонусные очки за убийство врагов.</a:t>
            </a:r>
          </a:p>
          <a:p>
            <a:pPr marL="0" indent="0">
              <a:buNone/>
            </a:pPr>
            <a:r>
              <a:rPr lang="ru-RU" dirty="0"/>
              <a:t>5. Пять жизней.</a:t>
            </a:r>
          </a:p>
          <a:p>
            <a:pPr marL="0" indent="0">
              <a:buNone/>
            </a:pPr>
            <a:r>
              <a:rPr lang="ru-RU" dirty="0"/>
              <a:t>6. Бесконечные орды врагов.</a:t>
            </a:r>
          </a:p>
        </p:txBody>
      </p:sp>
    </p:spTree>
    <p:extLst>
      <p:ext uri="{BB962C8B-B14F-4D97-AF65-F5344CB8AC3E}">
        <p14:creationId xmlns:p14="http://schemas.microsoft.com/office/powerpoint/2010/main" val="242649666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C07802-AE55-457A-80C9-4AF3C7583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130" y="1180687"/>
            <a:ext cx="9404723" cy="1400530"/>
          </a:xfrm>
        </p:spPr>
        <p:txBody>
          <a:bodyPr/>
          <a:lstStyle/>
          <a:p>
            <a:r>
              <a:rPr lang="ru-RU" dirty="0"/>
              <a:t>Управление игрой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6460C14-75F4-4DC5-8BEC-25476DA401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Игру можно поставить на паузу</a:t>
            </a:r>
          </a:p>
          <a:p>
            <a:r>
              <a:rPr lang="ru-RU" dirty="0"/>
              <a:t>В игре можно сохранять и сбрасывать рекорды </a:t>
            </a:r>
          </a:p>
        </p:txBody>
      </p:sp>
    </p:spTree>
    <p:extLst>
      <p:ext uri="{BB962C8B-B14F-4D97-AF65-F5344CB8AC3E}">
        <p14:creationId xmlns:p14="http://schemas.microsoft.com/office/powerpoint/2010/main" val="29790689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E10F3C-3C70-4EC5-9C92-AFA9E6B23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130" y="1233953"/>
            <a:ext cx="9404723" cy="1400530"/>
          </a:xfrm>
        </p:spPr>
        <p:txBody>
          <a:bodyPr/>
          <a:lstStyle/>
          <a:p>
            <a:r>
              <a:rPr lang="ru-RU" dirty="0"/>
              <a:t>Ключевые особенности игры</a:t>
            </a:r>
          </a:p>
        </p:txBody>
      </p:sp>
      <p:sp>
        <p:nvSpPr>
          <p:cNvPr id="11" name="Объект 10">
            <a:extLst>
              <a:ext uri="{FF2B5EF4-FFF2-40B4-BE49-F238E27FC236}">
                <a16:creationId xmlns:a16="http://schemas.microsoft.com/office/drawing/2014/main" id="{A0A7B6CD-467F-47FE-A41E-4247BAF9E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Эпичные баталии в воздухе</a:t>
            </a:r>
          </a:p>
          <a:p>
            <a:pPr marL="0" indent="0">
              <a:buNone/>
            </a:pPr>
            <a:r>
              <a:rPr lang="ru-RU" dirty="0"/>
              <a:t>Система жизней</a:t>
            </a:r>
          </a:p>
          <a:p>
            <a:pPr marL="0" indent="0">
              <a:buNone/>
            </a:pPr>
            <a:r>
              <a:rPr lang="ru-RU" dirty="0"/>
              <a:t>Таблица рекорды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9BAF7441-3614-4730-BE4A-A99E9E9B99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619" y="1751009"/>
            <a:ext cx="975131" cy="883474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F45512F7-8805-4808-9232-072B89C344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790" y="2547926"/>
            <a:ext cx="476316" cy="419158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69487E6E-2C93-4829-AA27-8FC5D48C42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738" y="2902892"/>
            <a:ext cx="727389" cy="727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18889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2178F6-612B-408D-A575-2C4C28DF9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Награды за количество очков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4A419601-4BDC-4184-A1F8-CB5D3EE53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8946" y="2052638"/>
            <a:ext cx="2975883" cy="4195762"/>
          </a:xfrm>
        </p:spPr>
      </p:pic>
    </p:spTree>
    <p:extLst>
      <p:ext uri="{BB962C8B-B14F-4D97-AF65-F5344CB8AC3E}">
        <p14:creationId xmlns:p14="http://schemas.microsoft.com/office/powerpoint/2010/main" val="28459489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1A00FF-BACA-4DCB-B887-D8E28402A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00DF9D9-6425-4974-BA74-7CB10BAAE5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2729" y="3082727"/>
            <a:ext cx="8946541" cy="1311719"/>
          </a:xfrm>
        </p:spPr>
        <p:txBody>
          <a:bodyPr>
            <a:normAutofit/>
          </a:bodyPr>
          <a:lstStyle/>
          <a:p>
            <a:r>
              <a:rPr lang="en-US" sz="7200" dirty="0"/>
              <a:t>Absolute cinema</a:t>
            </a:r>
            <a:endParaRPr lang="ru-RU" sz="7200" dirty="0"/>
          </a:p>
        </p:txBody>
      </p:sp>
    </p:spTree>
    <p:extLst>
      <p:ext uri="{BB962C8B-B14F-4D97-AF65-F5344CB8AC3E}">
        <p14:creationId xmlns:p14="http://schemas.microsoft.com/office/powerpoint/2010/main" val="170651776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Ион">
  <a:themeElements>
    <a:clrScheme name="Ион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Ион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Ион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63</TotalTime>
  <Words>130</Words>
  <Application>Microsoft Office PowerPoint</Application>
  <PresentationFormat>Широкоэкранный</PresentationFormat>
  <Paragraphs>27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1" baseType="lpstr">
      <vt:lpstr>Arial</vt:lpstr>
      <vt:lpstr>Century Gothic</vt:lpstr>
      <vt:lpstr>Wingdings 3</vt:lpstr>
      <vt:lpstr>Ион</vt:lpstr>
      <vt:lpstr>Sky of doom: Обзор  </vt:lpstr>
      <vt:lpstr>Начальный экран</vt:lpstr>
      <vt:lpstr>Игровой процесс и механики</vt:lpstr>
      <vt:lpstr>Управление игрой</vt:lpstr>
      <vt:lpstr>Ключевые особенности игры</vt:lpstr>
      <vt:lpstr>Награды за количество очков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game</dc:creator>
  <cp:lastModifiedBy>game</cp:lastModifiedBy>
  <cp:revision>9</cp:revision>
  <dcterms:created xsi:type="dcterms:W3CDTF">2025-12-22T11:48:52Z</dcterms:created>
  <dcterms:modified xsi:type="dcterms:W3CDTF">2025-12-22T12:54:00Z</dcterms:modified>
</cp:coreProperties>
</file>